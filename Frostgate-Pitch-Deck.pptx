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7280" cy="76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Frostgate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4CC3FF"/>
                </a:solidFill>
              </a:defRPr>
            </a:pPr>
            <a:r>
              <a:t>Threshold custody for cross-chain bridges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Five operators. One key that never exists.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Colosseum Crypto World's Fair — Zcash Ecosystem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7280" cy="76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4CC3FF"/>
                </a:solidFill>
              </a:defRPr>
            </a:pPr>
            <a:r>
              <a:t>Bridges are crypto's #1 loss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Ronin — $625M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Poly Network — $611M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Wormhole — $326M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Nomad — $190M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Every one was the same failure: custody.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One key, one server, one small multisig — one compromise and the money is gone.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7280" cy="76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4CC3FF"/>
                </a:solidFill>
              </a:defRPr>
            </a:pPr>
            <a:r>
              <a:t>What if there is no key to steal?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Frostgate replaces the bridge multisig with a 3-of-5 FROST threshold signature.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Five independent operators jointly control one Bitcoin Taproot address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No operator ever holds the full key — only a share, useless alone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No trusted dealer ever existed to compromise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Two operators offline → the bridge keeps settling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One operator turns malicious → the protocol names, excludes, and carries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7280" cy="76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Live, not a whitepaper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4CC3FF"/>
                </a:solidFill>
              </a:defRPr>
            </a:pPr>
            <a:r>
              <a:t>Running on testnet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Fresh dealerless DKG spins up five operators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They derive one Taproot address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A peg-in is detected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Three operators sign a quorum attestation authorizing the exact release —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destination, amount, source outpoint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The coordinator independently verifies the aggregate signature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A real Zcash testnet transaction is broadcast and mined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Every txid in the repo is on a public explorer. 60 tests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7280" cy="76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4CC3FF"/>
                </a:solidFill>
              </a:defRPr>
            </a:pPr>
            <a:r>
              <a:t>One DKG, honest trust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Bitcoin side: THRESHOLD CUSTODY — one FROST-controlled Taproot key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Zcash side: THRESHOLD AUTHORIZATION — quorum attestation, verified by the coordinator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Zcash execution: coordinator-held key (stated honestly, in writing)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FROST (RFC 9591) produces Schnorr signatures — exactly what Taproot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7280" cy="76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Why Frostgate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4CC3FF"/>
                </a:solidFill>
              </a:defRPr>
            </a:pPr>
            <a:r>
              <a:t>Two things no other bridge pitch 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1. The cryptography is not ours.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FROST was built and audited at the Zcash Foundation.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Frostgate puts the ZF implementation to work as bridge custody —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Zcash cryptography securing Bitcoin via Taproot.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2. The trust model is stated honestly, in writing.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What is threshold, what is not, and exactly where the remaining trust lives.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No "trustless" theater.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7280" cy="76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4CC3FF"/>
                </a:solidFill>
              </a:defRPr>
            </a:pPr>
            <a:r>
              <a:t>Infrastructure, not a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30-basis-point bridge toll (working design, disclosed pre-event)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Quorum-as-a-service — threshold custody for any protocol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Mainnet custody pilot with institutional partners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Every wrapped asset, every cross-chain protocol, every institutional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custodian is a customer.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7280" cy="76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4CC3FF"/>
                </a:solidFill>
              </a:defRPr>
            </a:pPr>
            <a:r>
              <a:t>$250k pre-seed via the Colosseum accelerator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Use of funds: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Security audit of the coordinator + relay (external, before mainnet)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Zcash shielded-release path (FROST over the Orchard spend auth)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Operator onboarding — first production federation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The hackathon build is the working prototype;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the accelerator is how it becomes the company.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7280" cy="76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4CC3FF"/>
                </a:solidFill>
              </a:defRPr>
            </a:pPr>
            <a:r>
              <a:t>Travis Jones — solo founder, Blanco, Texas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Independent researcher and systems builder.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From-scratch ML-DSA-65, bit-for-bit KAT verified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Bitcoin mining and Stratum infrastructure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  <a:r>
              <a:t>• Federated bridge ledgers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Built Frostgate end-to-end: cryptography, nodes, settlement, video, docs.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097280" cy="76200"/>
          </a:xfrm>
          <a:prstGeom prst="rect">
            <a:avLst/>
          </a:prstGeom>
          <a:solidFill>
            <a:srgbClr val="4C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Frostgate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4CC3FF"/>
                </a:solidFill>
              </a:defRPr>
            </a:pPr>
            <a:r>
              <a:t>The key that never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github.com/Holedozer1229/frostgate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Live testnet settlements. Honest trust model. No trusted dealer.</a:t>
            </a:r>
          </a:p>
          <a:p>
            <a:pPr>
              <a:spcAft>
                <a:spcPts val="800"/>
              </a:spcAft>
              <a:defRPr sz="2200">
                <a:solidFill>
                  <a:srgbClr val="A8B0B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Win the fair. Then secure the bridges.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